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7"/>
  </p:normalViewPr>
  <p:slideViewPr>
    <p:cSldViewPr snapToGrid="0" snapToObjects="1">
      <p:cViewPr varScale="1">
        <p:scale>
          <a:sx n="119" d="100"/>
          <a:sy n="119" d="100"/>
        </p:scale>
        <p:origin x="50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37160" y="2560320"/>
            <a:ext cx="27432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Development of a Web Application</a:t>
            </a:r>
            <a:br/>
            <a:r>
              <a:t>for Textile Workshop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5486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BBCCDD"/>
                </a:solidFill>
                <a:latin typeface="Calibri"/>
              </a:defRPr>
            </a:pPr>
            <a:r>
              <a:rPr err="1"/>
              <a:t>Student</a:t>
            </a:r>
            <a:r>
              <a:t>:</a:t>
            </a:r>
            <a:r>
              <a:rPr lang="en-US"/>
              <a:t> </a:t>
            </a:r>
            <a:r>
              <a:rPr lang="en-US" sz="2000" dirty="0" err="1"/>
              <a:t>Nuraiym</a:t>
            </a:r>
            <a:r>
              <a:rPr lang="en-US" sz="2000" dirty="0"/>
              <a:t> </a:t>
            </a:r>
            <a:r>
              <a:rPr lang="en-US" sz="2000" dirty="0" err="1"/>
              <a:t>Zharmamatova</a:t>
            </a:r>
            <a:br>
              <a:rPr dirty="0"/>
            </a:br>
            <a:r>
              <a:rPr dirty="0"/>
              <a:t>Program: Computer Science</a:t>
            </a:r>
            <a:br>
              <a:rPr dirty="0"/>
            </a:br>
            <a:r>
              <a:rPr dirty="0"/>
              <a:t>Group: COM22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AABB"/>
                </a:solidFill>
                <a:latin typeface="Calibri"/>
              </a:defRPr>
            </a:pPr>
            <a:r>
              <a:rPr dirty="0"/>
              <a:t>Supervisor</a:t>
            </a:r>
            <a:r>
              <a:rPr lang="en-US" dirty="0"/>
              <a:t>: Nargiza </a:t>
            </a:r>
            <a:r>
              <a:rPr lang="en-US" dirty="0" err="1"/>
              <a:t>Zhumalieva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9AA"/>
                </a:solidFill>
                <a:latin typeface="Calibri"/>
              </a:defRPr>
            </a:pPr>
            <a:r>
              <a:rPr dirty="0"/>
              <a:t>University: </a:t>
            </a:r>
            <a:r>
              <a:rPr lang="en-US" dirty="0"/>
              <a:t>IAU</a:t>
            </a:r>
            <a:r>
              <a:rPr dirty="0"/>
              <a:t>  |  Year: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5A5A"/>
                </a:solidFill>
                <a:latin typeface="Calibri"/>
              </a:defRPr>
            </a:pPr>
            <a:r>
              <a:t>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Calibri"/>
              </a:defRPr>
            </a:pPr>
            <a:r>
              <a:t>The textile industry plays an important role in many local economies. Small and medium textile workshops produce garments such as T-shirts, dresses, uniforms, and other products.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Calibri"/>
              </a:defRPr>
            </a:pPr>
            <a:r>
              <a:t>However, many workshops still manage their operations manually using notebooks or spreadsheets. This leads to several problems: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0392B"/>
                </a:solidFill>
                <a:latin typeface="Calibri"/>
              </a:defRPr>
            </a:pPr>
            <a:r>
              <a:t>•  Poor order tracking</a:t>
            </a:r>
          </a:p>
          <a:p>
            <a:pPr>
              <a:spcAft>
                <a:spcPts val="600"/>
              </a:spcAft>
              <a:defRPr sz="1800">
                <a:solidFill>
                  <a:srgbClr val="C0392B"/>
                </a:solidFill>
                <a:latin typeface="Calibri"/>
              </a:defRPr>
            </a:pPr>
            <a:r>
              <a:t>•  Inaccurate inventory management</a:t>
            </a:r>
          </a:p>
          <a:p>
            <a:pPr>
              <a:spcAft>
                <a:spcPts val="600"/>
              </a:spcAft>
              <a:defRPr sz="1800">
                <a:solidFill>
                  <a:srgbClr val="C0392B"/>
                </a:solidFill>
                <a:latin typeface="Calibri"/>
              </a:defRPr>
            </a:pPr>
            <a:r>
              <a:t>•  Manual salary calculations</a:t>
            </a:r>
          </a:p>
          <a:p>
            <a:pPr>
              <a:spcAft>
                <a:spcPts val="600"/>
              </a:spcAft>
              <a:defRPr sz="1800">
                <a:solidFill>
                  <a:srgbClr val="C0392B"/>
                </a:solidFill>
                <a:latin typeface="Calibri"/>
              </a:defRPr>
            </a:pPr>
            <a:r>
              <a:t>•  Lack of production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120640"/>
            <a:ext cx="10515600" cy="10972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5212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  <a:latin typeface="Calibri"/>
              </a:defRPr>
            </a:pPr>
            <a:r>
              <a:t>Goal: Develop a web application that automates these processes and improves workshop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5A5A"/>
                </a:solidFill>
                <a:latin typeface="Calibri"/>
              </a:defRPr>
            </a:pPr>
            <a:r>
              <a:t>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Calibri"/>
              </a:defRPr>
            </a:pPr>
            <a:r>
              <a:t>Many textile workshops face operational challenges: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•  Orders are tracked manually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•  Materials are not properly monitored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•  Production reports are recorded on paper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•  Salary calculations are performed manually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•  Management lacks clear analytical insights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572000"/>
            <a:ext cx="105156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A5A5A"/>
                </a:solidFill>
                <a:latin typeface="Calibri"/>
              </a:defRPr>
            </a:pPr>
            <a:r>
              <a:t>These problems reduce efficiency and increase the risk of errors.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486400"/>
            <a:ext cx="10515600" cy="914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5577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B3A5C"/>
                </a:solidFill>
                <a:latin typeface="Calibri"/>
              </a:defRPr>
            </a:pPr>
            <a:r>
              <a:t>A digital management system can significantly improve production control and business transparency.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Research and Existing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5A5A"/>
                </a:solidFill>
                <a:latin typeface="Calibri"/>
              </a:defRPr>
            </a:pPr>
            <a:r>
              <a:t>4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029200" cy="4114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Calibri"/>
              </a:defRPr>
            </a:pPr>
            <a:r>
              <a:t>ERP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A5A5A"/>
                </a:solidFill>
                <a:latin typeface="Calibri"/>
              </a:defRPr>
            </a:pPr>
            <a:r>
              <a:t>SAP  •  Oracle ERP  •  Microsoft Dynamics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Advantages: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Calibri"/>
              </a:defRPr>
            </a:pPr>
            <a:r>
              <a:t>   Comprehensive business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  <a:latin typeface="Calibri"/>
              </a:defRPr>
            </a:pPr>
            <a:r>
              <a:t>Disadvantages: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9319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✗  Complex implementation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✗  Expensive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✗  Not suitable for small workshops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463040"/>
            <a:ext cx="5029200" cy="4114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  <a:latin typeface="Calibri"/>
              </a:defRPr>
            </a:pPr>
            <a:r>
              <a:t>Manufacturing Execution Systems (MES)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Advantages: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Calibri"/>
              </a:defRPr>
            </a:pPr>
            <a:r>
              <a:t>   Real-time production 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  <a:latin typeface="Calibri"/>
              </a:defRPr>
            </a:pPr>
            <a:r>
              <a:t>Disadvantages: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9319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✗  Designed for large factories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✗  Difficult to adapt for small textile businesses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852160"/>
            <a:ext cx="10515600" cy="7315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5897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Therefore, a simpler and more specialized solution is needed.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5A5A"/>
                </a:solidFill>
                <a:latin typeface="Calibri"/>
              </a:defRPr>
            </a:pPr>
            <a:r>
              <a:t>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Calibri"/>
              </a:defRPr>
            </a:pPr>
            <a:r>
              <a:t>This project proposes a Web Application for Textile Workshop Management.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Calibri"/>
              </a:defRPr>
            </a:pPr>
            <a:r>
              <a:t>The system will provide a centralized platform for managing: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17520"/>
            <a:ext cx="1920240" cy="1645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Orders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3017520"/>
            <a:ext cx="1920240" cy="1645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0" y="34747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Inventory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3017520"/>
            <a:ext cx="1920240" cy="1645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20640" y="34747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Production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199" y="3017520"/>
            <a:ext cx="1920240" cy="1645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199" y="34747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Employees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9760" y="3017520"/>
            <a:ext cx="1920240" cy="16459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0" y="34747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Financial 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303520"/>
            <a:ext cx="10515600" cy="914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394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B3A5C"/>
                </a:solidFill>
                <a:latin typeface="Calibri"/>
              </a:defRPr>
            </a:pPr>
            <a:r>
              <a:t>The application will help workshop administrators track operations in real time and improve decision-making.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Main Features of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5A5A"/>
                </a:solidFill>
                <a:latin typeface="Calibri"/>
              </a:defRPr>
            </a:pPr>
            <a:r>
              <a:t>6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651760" cy="4754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2651760" cy="6400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▸  Login and password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▸  Password recovery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▸  Two-factor authentication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1463040"/>
            <a:ext cx="2651760" cy="4754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0" y="1463040"/>
            <a:ext cx="2651760" cy="6400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1554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28600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▸  Monthly revenue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▸  Active orders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▸  Completed orders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▸  Defective items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▸  Inventory overview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463040"/>
            <a:ext cx="2651760" cy="4754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0" y="1463040"/>
            <a:ext cx="2651760" cy="6400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1554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Clients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28600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▸  Client database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▸  Order history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0" y="1463040"/>
            <a:ext cx="2651760" cy="4754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509760" y="1463040"/>
            <a:ext cx="2651760" cy="6400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09760" y="1554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Orders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228600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▸  Order creation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▸  Product types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▸  Auto price calculation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▸  Order status tracking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Production and Inventory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5A5A"/>
                </a:solidFill>
                <a:latin typeface="Calibri"/>
              </a:defRPr>
            </a:pPr>
            <a:r>
              <a:t>7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02920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Inventory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•  Material tracking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•  Purchase operations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•  Stock updates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•  Usage history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463040"/>
            <a:ext cx="5029200" cy="4754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5029200" cy="64008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Technical Card (Bill of Materials)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3774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Each product has a list of required materials.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9260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Example — T-shirt production requires: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383280"/>
            <a:ext cx="4023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▸  Fabric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▸  Thread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▸  Buttons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4754880"/>
            <a:ext cx="4572000" cy="10972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66560" y="484632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Materials are automatically deducted from inventory during production.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Employee and Salary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5A5A"/>
                </a:solidFill>
                <a:latin typeface="Calibri"/>
              </a:defRPr>
            </a:pPr>
            <a:r>
              <a:t>8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Calibri"/>
              </a:defRPr>
            </a:pPr>
            <a:r>
              <a:t>Employee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•  Name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•  Position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•  Phone number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•  Piecework rate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•  Hiring date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029200" cy="4572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Calibri"/>
              </a:defRPr>
            </a:pPr>
            <a:r>
              <a:t>Salary Calculation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2860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Calibri"/>
              </a:defRPr>
            </a:pPr>
            <a:r>
              <a:t>Salary calculation is automated: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3017520"/>
            <a:ext cx="4114800" cy="9144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0" y="31089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Salary = produced items × piecework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389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Calibri"/>
              </a:defRPr>
            </a:pPr>
            <a:r>
              <a:t>The system generates monthly salary reports for employees.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5A5A"/>
                </a:solidFill>
                <a:latin typeface="Calibri"/>
              </a:defRPr>
            </a:pPr>
            <a:r>
              <a:t>9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011680" cy="32004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926080"/>
            <a:ext cx="18288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E86AB"/>
                </a:solidFill>
                <a:latin typeface="Calibri"/>
              </a:defRPr>
            </a:pPr>
            <a:r>
              <a:t>React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828800"/>
            <a:ext cx="2011680" cy="3200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1752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2926080"/>
            <a:ext cx="18288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08960" y="310896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B3A5C"/>
                </a:solidFill>
                <a:latin typeface="Calibri"/>
              </a:defRPr>
            </a:pPr>
            <a:r>
              <a:t>Java Spring Boot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1828800"/>
            <a:ext cx="2011680" cy="3200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2926080"/>
            <a:ext cx="18288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94960" y="310896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7AE60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1828800"/>
            <a:ext cx="2011680" cy="32004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File Storage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2926080"/>
            <a:ext cx="18288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0" y="310896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E86C00"/>
                </a:solidFill>
                <a:latin typeface="Calibri"/>
              </a:defRPr>
            </a:pPr>
            <a:r>
              <a:t>MinIO</a:t>
            </a:r>
            <a:br/>
            <a:r>
              <a:t>(S3-compatible)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75520" y="1828800"/>
            <a:ext cx="2011680" cy="32004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7552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66960" y="2926080"/>
            <a:ext cx="18288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66960" y="310896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8E44AD"/>
                </a:solidFill>
                <a:latin typeface="Calibri"/>
              </a:defRPr>
            </a:pPr>
            <a:r>
              <a:t>Docker</a:t>
            </a:r>
            <a:br/>
            <a:r>
              <a:t>containers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486400"/>
            <a:ext cx="10515600" cy="822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5577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This architecture ensures scalability, reliability, and easy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MVP (Minimum Viable Product)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5A5A"/>
                </a:solidFill>
                <a:latin typeface="Calibri"/>
              </a:defRPr>
            </a:pPr>
            <a:r>
              <a:t>10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02920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MVP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✓  Authentication system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✓  Dashboard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✓  Client management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✓  Order management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✓  Inventory tracking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✓  Production reporting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463040"/>
            <a:ext cx="5029200" cy="4754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5029200" cy="6400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Future Versions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37744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▸  Advanced analytics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▸  Mobile support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▸  Integration with accounting systems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▸  Multi-workshop management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Expected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5A5A"/>
                </a:solidFill>
                <a:latin typeface="Calibri"/>
              </a:defRPr>
            </a:pPr>
            <a:r>
              <a:t>11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109728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88720" y="1645920"/>
            <a:ext cx="9601200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63040" y="1737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2D"/>
                </a:solidFill>
                <a:latin typeface="Calibri"/>
              </a:defRPr>
            </a:pPr>
            <a:r>
              <a:t>Improved production control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560320"/>
            <a:ext cx="109728" cy="6400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88720" y="2560320"/>
            <a:ext cx="9601200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63040" y="2651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2D"/>
                </a:solidFill>
                <a:latin typeface="Calibri"/>
              </a:defRPr>
            </a:pPr>
            <a:r>
              <a:t>Accurate inventory tracking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474720"/>
            <a:ext cx="109728" cy="64008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88720" y="3474720"/>
            <a:ext cx="9601200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6304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2D"/>
                </a:solidFill>
                <a:latin typeface="Calibri"/>
              </a:defRPr>
            </a:pPr>
            <a:r>
              <a:t>Automated salary calculation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389120"/>
            <a:ext cx="109728" cy="640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" y="4389120"/>
            <a:ext cx="9601200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63040" y="4480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2D"/>
                </a:solidFill>
                <a:latin typeface="Calibri"/>
              </a:defRPr>
            </a:pPr>
            <a:r>
              <a:t>Better financial transparency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303520"/>
            <a:ext cx="109728" cy="6400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88720" y="5303520"/>
            <a:ext cx="9601200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63040" y="5394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2D"/>
                </a:solidFill>
                <a:latin typeface="Calibri"/>
              </a:defRPr>
            </a:pPr>
            <a:r>
              <a:t>Faster order processing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6080760"/>
            <a:ext cx="105156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4128" y="6217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The application will help textile workshop owners manage their operations more efficiently.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5A5A"/>
                </a:solidFill>
                <a:latin typeface="Calibri"/>
              </a:defRPr>
            </a:pPr>
            <a:r>
              <a:t>12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48640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874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9202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Monk, E., &amp; Wagner, B. (2013). Concepts in Enterprise Resource Planning. Cengage Learning.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926080"/>
            <a:ext cx="548640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017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Laudon, K., &amp; Laudon, J. (2020). Management Information Systems. Pearson.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023360"/>
            <a:ext cx="548640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4069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1148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Kletti, J. (2007). Manufacturing Execution Systems. Springer.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A5A5A"/>
                </a:solidFill>
                <a:latin typeface="Calibri"/>
              </a:defRPr>
            </a:pPr>
            <a:r>
              <a:t>Additional sources were analyzed to study manufacturing management systems and small business digitalization.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5669280"/>
            <a:ext cx="576072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0" y="576072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Thank you for your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658</Words>
  <Application>Microsoft Macintosh PowerPoint</Application>
  <PresentationFormat>Widescreen</PresentationFormat>
  <Paragraphs>141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raiymbek daniiaruulu</cp:lastModifiedBy>
  <cp:revision>2</cp:revision>
  <dcterms:created xsi:type="dcterms:W3CDTF">2013-01-27T09:14:16Z</dcterms:created>
  <dcterms:modified xsi:type="dcterms:W3CDTF">2026-03-11T20:02:12Z</dcterms:modified>
  <cp:category/>
</cp:coreProperties>
</file>